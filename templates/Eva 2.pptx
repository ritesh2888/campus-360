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Libre Baskerville"/>
      <p:regular r:id="rId12"/>
      <p:bold r:id="rId13"/>
      <p:italic r:id="rId14"/>
      <p:boldItalic r:id="rId15"/>
    </p:embeddedFont>
    <p:embeddedFont>
      <p:font typeface="IBM Plex Mon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ibreBaskerville-bold.fntdata"/><Relationship Id="rId12" Type="http://schemas.openxmlformats.org/officeDocument/2006/relationships/font" Target="fonts/LibreBaskervill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Baskerville-boldItalic.fntdata"/><Relationship Id="rId14" Type="http://schemas.openxmlformats.org/officeDocument/2006/relationships/font" Target="fonts/LibreBaskerville-italic.fntdata"/><Relationship Id="rId17" Type="http://schemas.openxmlformats.org/officeDocument/2006/relationships/font" Target="fonts/IBMPlexMono-boldItalic.fntdata"/><Relationship Id="rId16" Type="http://schemas.openxmlformats.org/officeDocument/2006/relationships/font" Target="fonts/IBMPlex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3341723" y="188798"/>
            <a:ext cx="1204279" cy="1213862"/>
            <a:chOff x="0" y="0"/>
            <a:chExt cx="1605706" cy="1618483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87692" y="55104"/>
              <a:ext cx="1435352" cy="1435352"/>
              <a:chOff x="0" y="0"/>
              <a:chExt cx="812800" cy="812800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" name="Google Shape;88;p13"/>
            <p:cNvSpPr/>
            <p:nvPr/>
          </p:nvSpPr>
          <p:spPr>
            <a:xfrm>
              <a:off x="0" y="0"/>
              <a:ext cx="1605706" cy="1618483"/>
            </a:xfrm>
            <a:custGeom>
              <a:rect b="b" l="l" r="r" t="t"/>
              <a:pathLst>
                <a:path extrusionOk="0" h="1618483" w="1605706">
                  <a:moveTo>
                    <a:pt x="0" y="0"/>
                  </a:moveTo>
                  <a:lnTo>
                    <a:pt x="1605706" y="0"/>
                  </a:lnTo>
                  <a:lnTo>
                    <a:pt x="1605706" y="1618483"/>
                  </a:lnTo>
                  <a:lnTo>
                    <a:pt x="0" y="16184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9" name="Google Shape;89;p13"/>
          <p:cNvSpPr/>
          <p:nvPr/>
        </p:nvSpPr>
        <p:spPr>
          <a:xfrm>
            <a:off x="14837583" y="0"/>
            <a:ext cx="3261238" cy="1591459"/>
          </a:xfrm>
          <a:custGeom>
            <a:rect b="b" l="l" r="r" t="t"/>
            <a:pathLst>
              <a:path extrusionOk="0" h="1591459" w="3261238">
                <a:moveTo>
                  <a:pt x="0" y="0"/>
                </a:moveTo>
                <a:lnTo>
                  <a:pt x="3261237" y="0"/>
                </a:lnTo>
                <a:lnTo>
                  <a:pt x="3261237" y="1591459"/>
                </a:lnTo>
                <a:lnTo>
                  <a:pt x="0" y="1591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0" name="Google Shape;90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92" name="Google Shape;92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>
            <a:off x="10805445" y="1181233"/>
            <a:ext cx="6453855" cy="8077067"/>
          </a:xfrm>
          <a:custGeom>
            <a:rect b="b" l="l" r="r" t="t"/>
            <a:pathLst>
              <a:path extrusionOk="0" h="8077067" w="6453855">
                <a:moveTo>
                  <a:pt x="0" y="0"/>
                </a:moveTo>
                <a:lnTo>
                  <a:pt x="6453855" y="0"/>
                </a:lnTo>
                <a:lnTo>
                  <a:pt x="6453855" y="8077067"/>
                </a:lnTo>
                <a:lnTo>
                  <a:pt x="0" y="8077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2000"/>
            </a:blip>
            <a:stretch>
              <a:fillRect b="-42049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751699" y="44647"/>
            <a:ext cx="6536135" cy="3676576"/>
          </a:xfrm>
          <a:custGeom>
            <a:rect b="b" l="l" r="r" t="t"/>
            <a:pathLst>
              <a:path extrusionOk="0" h="3676576" w="6536135">
                <a:moveTo>
                  <a:pt x="0" y="0"/>
                </a:moveTo>
                <a:lnTo>
                  <a:pt x="6536135" y="0"/>
                </a:lnTo>
                <a:lnTo>
                  <a:pt x="6536135" y="3676576"/>
                </a:lnTo>
                <a:lnTo>
                  <a:pt x="0" y="3676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766837" y="6069797"/>
            <a:ext cx="9392125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MEMBERS:-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1699" y="3220359"/>
            <a:ext cx="3656301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TRACK:- EVA 02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51699" y="4169635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STATEMENT ID:-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51699" y="5119716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NAME:-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892840" y="6069797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1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892840" y="6685393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2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92840" y="7300988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3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892840" y="7916584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1294033" y="2070920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Define the problem and describe your proposed solution, including its core idea and target users.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</a:t>
            </a: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Highlight the main features of your solution.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Unique Selling Proposition (USP)</a:t>
            </a: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Explain what makes your solution different from existing alternatives.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91375" y="118562"/>
            <a:ext cx="1284036" cy="1294254"/>
            <a:chOff x="0" y="0"/>
            <a:chExt cx="1712048" cy="1725672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93500" y="58754"/>
              <a:ext cx="1530413" cy="1530413"/>
              <a:chOff x="0" y="0"/>
              <a:chExt cx="812800" cy="8128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0" y="0"/>
              <a:ext cx="1712048" cy="1725672"/>
            </a:xfrm>
            <a:custGeom>
              <a:rect b="b" l="l" r="r" t="t"/>
              <a:pathLst>
                <a:path extrusionOk="0" h="1725672" w="1712048">
                  <a:moveTo>
                    <a:pt x="0" y="0"/>
                  </a:moveTo>
                  <a:lnTo>
                    <a:pt x="1712048" y="0"/>
                  </a:lnTo>
                  <a:lnTo>
                    <a:pt x="1712048" y="1725672"/>
                  </a:lnTo>
                  <a:lnTo>
                    <a:pt x="0" y="1725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6" name="Google Shape;116;p14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4"/>
          <p:cNvSpPr txBox="1"/>
          <p:nvPr/>
        </p:nvSpPr>
        <p:spPr>
          <a:xfrm>
            <a:off x="5242694" y="375193"/>
            <a:ext cx="7802612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 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25" name="Google Shape;125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" name="Google Shape;130;p15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1" name="Google Shape;131;p15"/>
          <p:cNvSpPr txBox="1"/>
          <p:nvPr/>
        </p:nvSpPr>
        <p:spPr>
          <a:xfrm>
            <a:off x="5013201" y="375193"/>
            <a:ext cx="826159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 APPROACH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294033" y="2287757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 the technologies, frameworks, and tools used, with a brief justification for their selection.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 a system architecture diagram highlighting key components, data flow, integrations, and interactions between components. Briefly explain how inputs are processed and outputs are generated.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5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43" name="Google Shape;143;p16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" name="Google Shape;146;p16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7" name="Google Shape;147;p16"/>
          <p:cNvSpPr txBox="1"/>
          <p:nvPr/>
        </p:nvSpPr>
        <p:spPr>
          <a:xfrm>
            <a:off x="4786741" y="383756"/>
            <a:ext cx="875574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END TO END WORKFLOW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297140" y="2307564"/>
            <a:ext cx="15699934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Show the step-by-step working of your solution, from user input to the final output using workflow diagram.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 may optionally embed a 2-3 minute demo video showcasing your working prototype, key features or the solution in action.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57" name="Google Shape;157;p1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7"/>
          <p:cNvSpPr txBox="1"/>
          <p:nvPr/>
        </p:nvSpPr>
        <p:spPr>
          <a:xfrm>
            <a:off x="3406676" y="383756"/>
            <a:ext cx="1147464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SCOPE &amp; REFERENCES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28700" y="1911027"/>
            <a:ext cx="15699934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Mention potential improvements, new features, scalability, real-world deployment, and integration possibilities.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 the research, datasets, and technologies used, with relevant source links.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2" name="Google Shape;162;p17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F2F24"/>
            </a:solidFill>
            <a:ln>
              <a:noFill/>
            </a:ln>
          </p:spPr>
        </p:sp>
        <p:sp>
          <p:nvSpPr>
            <p:cNvPr id="173" name="Google Shape;173;p1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8"/>
          <p:cNvSpPr txBox="1"/>
          <p:nvPr/>
        </p:nvSpPr>
        <p:spPr>
          <a:xfrm>
            <a:off x="4095304" y="389964"/>
            <a:ext cx="1009739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IMPORTANT INSTRUCTIONS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37641" y="2365142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Maximum 5 slides only (excluding this slide)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 not change slide order or headings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Avoid long paragraphs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bullets, diagrams, images, flowcharts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PPT must be original work of the team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File name format: TeamName_Genesis2.0_FE/SE/TE/BE/MCA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2601885" y="1463560"/>
            <a:ext cx="13084230" cy="7359879"/>
          </a:xfrm>
          <a:custGeom>
            <a:rect b="b" l="l" r="r" t="t"/>
            <a:pathLst>
              <a:path extrusionOk="0"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8"/>
          <p:cNvSpPr/>
          <p:nvPr/>
        </p:nvSpPr>
        <p:spPr>
          <a:xfrm>
            <a:off x="16367044" y="118562"/>
            <a:ext cx="2229573" cy="1254135"/>
          </a:xfrm>
          <a:custGeom>
            <a:rect b="b" l="l" r="r" t="t"/>
            <a:pathLst>
              <a:path extrusionOk="0" h="1254135" w="2229573">
                <a:moveTo>
                  <a:pt x="0" y="0"/>
                </a:moveTo>
                <a:lnTo>
                  <a:pt x="2229573" y="0"/>
                </a:lnTo>
                <a:lnTo>
                  <a:pt x="2229573" y="1254135"/>
                </a:lnTo>
                <a:lnTo>
                  <a:pt x="0" y="1254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18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79" name="Google Shape;179;p18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80" name="Google Shape;18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" name="Google Shape;182;p18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